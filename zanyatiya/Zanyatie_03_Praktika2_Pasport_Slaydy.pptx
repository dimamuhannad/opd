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Сказать, что это шаг 7 из восьми, которые были на слайде 4 первой половины. Восьмой — 26.09.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показывается на каждом занятии. Смысл: студент всё время видит, сколько осталось и что именно он обязан предъявить на ближайшей вехе. Отсчёт называть вслух — это и есть встроенный тайм-менеджмент, без отдельной лекции про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пункт связать со слайдом 15 первой половины: окно замены темы закрывается ровно подписанием паспорта.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 «стейкхолдеры» появится 26.09 — это практика 3. Сказать об этом сразу, чтобы паспорт не считали законченным.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Снять страх перед объёмом документа: разбираем только четыре новых раздела, остальное переписывается.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минуты у доски. Вопросы: что физически лежит на столе 21 ноября? какой документ это сопровождает? какие числа подтверждают, что оно работает?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минуты у доски. Главная мысль: границу пишут, чтобы её можно было предъявить комиссии, а не чтобы отвертеться от работы.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честность важнее полноты: пустая клетка полезнее выдуманной.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Связать напрямую: команда, у которой M размытая, здесь застрянет — и это честный сигнал вернуться к листу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Ходить между командами. Чаще всего застревают на разделе 6 — границы: студенты боятся, что отказ от работы выглядит как лень.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Ровно три вопроса, не больше: цель — не разнести чужой паспорт, а найти три конкретные дырки.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парой: напомнить про тест 1 десятого октября и сказать, что он покрывает ровно то, что разобрано сегодня и 12.09.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6304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ЗАНЯТИЕ 3 · ВТОРАЯ ПОЛОВИНА ПАРЫ · ПРАКТИКА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1051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7432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Документ, который превращает вашу договорённость в проект: зачем, что именно, кем, к какому сроку и по какому признаку будет признан успешным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891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сентября 2026 · практика 2 из семи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МЫ И СКОЛЬКО ОСТАЛОСЬ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Дорожная карта курса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1E4270"/>
          </a:solidFill>
          <a:ln w="6350">
            <a:solidFill>
              <a:srgbClr val="1E42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097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фиксации темы — 7 дней   ·   до чекпоинта 21.11 — 9 недель   ·   до защиты 26.12 — 14 недель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938528"/>
            <a:ext cx="7863840" cy="32004"/>
          </a:xfrm>
          <a:prstGeom prst="rect">
            <a:avLst/>
          </a:prstGeom>
          <a:solidFill>
            <a:srgbClr val="D8DE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83030" y="1828800"/>
            <a:ext cx="164592" cy="164592"/>
          </a:xfrm>
          <a:prstGeom prst="ellipse">
            <a:avLst/>
          </a:prstGeom>
          <a:solidFill>
            <a:srgbClr val="9E425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1E4270"/>
          </a:solidFill>
          <a:ln w="9525">
            <a:solidFill>
              <a:srgbClr val="1E42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26.09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2648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Тема зафиксирована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представление, 3 минуты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4146" y="1828800"/>
            <a:ext cx="164592" cy="164592"/>
          </a:xfrm>
          <a:prstGeom prst="ellipse">
            <a:avLst/>
          </a:prstGeom>
          <a:solidFill>
            <a:srgbClr val="005AA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4036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83764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24.10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683764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собран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665476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WBS, график Ганта,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и реестр рисков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25262" y="1828800"/>
            <a:ext cx="164592" cy="164592"/>
          </a:xfrm>
          <a:prstGeom prst="ellipse">
            <a:avLst/>
          </a:prstGeom>
          <a:solidFill>
            <a:srgbClr val="005AA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5152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21.11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Чекпоинт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736592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Промежуточный результат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сверка «план против факта»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96378" y="1828800"/>
            <a:ext cx="164592" cy="164592"/>
          </a:xfrm>
          <a:prstGeom prst="ellipse">
            <a:avLst/>
          </a:prstGeom>
          <a:solidFill>
            <a:srgbClr val="005AA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16268" y="2148840"/>
            <a:ext cx="1924812" cy="1691640"/>
          </a:xfrm>
          <a:prstGeom prst="roundRect">
            <a:avLst>
              <a:gd name="adj" fmla="val 270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25996" y="2267712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26.12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25996" y="2578608"/>
            <a:ext cx="17053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Питч-защита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807708" y="2926080"/>
            <a:ext cx="17419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Готовый результат,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и защита перед комиссией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1627632"/>
            <a:ext cx="19248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вы здесь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3977640"/>
            <a:ext cx="8138160" cy="530352"/>
          </a:xfrm>
          <a:prstGeom prst="roundRect">
            <a:avLst>
              <a:gd name="adj" fmla="val 862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4059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Зачётные тесты:  10.10 — тест 1 «Инициация»   ·   28.11 — тест 2 «Планирование и контроль»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проекта: зачем он нужен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Определение. Паспорт (устав) проекта — документ, фиксирующий договорённости о проекте до начала работы: зачем он, что именно будет сделано, кем, к какому сроку и по какому признаку будет признан успешным. В PMBOK — project charter.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556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737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Фиксация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737360"/>
            <a:ext cx="5120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То, о чём договорились устно, перестаёт плыть. Через месяц не будет спора «мы же имели в виду другое» — есть строка на бумаге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5328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Право начать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514600"/>
            <a:ext cx="5120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Подписанный паспорт и есть решение go — восьмой шаг инициации. До него проект формально не начат, после него тема не меняется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3101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91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Заготовка заявки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291840"/>
            <a:ext cx="5120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Разделы паспорта — это разделы заявки РНФ, «УМНИК», «Старт». Отличается объём, а не структура. Вы пишете её в первый раз сейчас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8138160" cy="658368"/>
          </a:xfrm>
          <a:prstGeom prst="roundRect">
            <a:avLst>
              <a:gd name="adj" fmla="val 6944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9664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пишется до работы, а не после. Документ, написанный задним числом, не фиксирует ничего.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ЧЕГО СОСТОИТ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Десять разделов паспорта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8138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2578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Раздел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Откуда берём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Название проекта — рабочее, одна строка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Придумываем сегодня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Команда и роли: лидер, аналитик, технический эксперт, коммуникатор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Роли названы 05.09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Проблема и ценностное предложение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1, переносим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Цель проекта по SMART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2, переносим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Результат: что предъявляем к 21.11 и к 26.12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Новое, сегодня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Границы: что в проект НЕ входит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Новое, сегодня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Ресурсы: что нужно, что есть, где берём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Новое, сегодня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Ключевые даты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дорожной карты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Критерии успеха — по чему признаём проект удавшимся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Новое, сегодня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Альтернатива — проигравший концепт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ХОРОШАЯ НОВОСТЬ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Половина паспорта у вас уже есть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9352" cy="2651760"/>
          </a:xfrm>
          <a:prstGeom prst="roundRect">
            <a:avLst>
              <a:gd name="adj" fmla="val 1724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Переносится почти дословно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737360"/>
            <a:ext cx="34472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3 — ценностное предложение, с листа 1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4 — SMART-цель, с листа 2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10 — проигравший концепт, с листа 1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Разделы 2 и 8 — роли и даты, их вы знаете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81728" y="1188720"/>
            <a:ext cx="3959352" cy="2651760"/>
          </a:xfrm>
          <a:prstGeom prst="roundRect">
            <a:avLst>
              <a:gd name="adj" fmla="val 1724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— четыре раздела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37360"/>
            <a:ext cx="34472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— что именно предъявляем и когда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— чего мы НЕ делаем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— что нам физически нужно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— по чему признаём успех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0233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не пишется с нуля. Две недели работы с формулировками были нужны именно для этого.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1 · ЗАПОЛНЯЕМ ВМЕСТЕ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— это не цель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говорит, как будет, когда сделаем. Результат — предмет или документ, который кладётся на стол и передаётся другому человеку.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9844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Проверка: результат можно передать. «Работающий макет» — передаётся. «Понимание проблемы» — нет.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8138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предъявляем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 21.11, чекпоинт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 26.12, защита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Изделие, макет или программа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Документ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Данные или измерения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023360"/>
            <a:ext cx="8138160" cy="658368"/>
          </a:xfrm>
          <a:prstGeom prst="roundRect">
            <a:avLst>
              <a:gd name="adj" fmla="val 6944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169664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Пустые клетки заполняем на доске для примера с горшком — вопросом в зал, по одной строке.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2 · ЗАПОЛНЯЕМ ВМЕСТЕ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Границы: чего вы делать НЕ будете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записанных границ проект растёт сам по себе, пока не станет неподъёмным. Граница — это защита команды, а не отговорка.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Тип границы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Вопрос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Пишем на доске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Чего не делаем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Какую работу мы сознательно оставляем за рамками семестра?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 не делаем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Какую аудиторию мы не обслуживаем и не обещаем обслужить?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Чего не гарантируем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каких условиях мы не обещаем, что результат сработает?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31920"/>
            <a:ext cx="8138160" cy="749808"/>
          </a:xfrm>
          <a:prstGeom prst="roundRect">
            <a:avLst>
              <a:gd name="adj" fmla="val 6098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059936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Формулировка границы всегда звучит как отказ: «мобильного приложения не будет», «на промышленные теплицы не рассчитано», «работу при минусовой температуре не обещаем».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список в натуральном виде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вас бюджет не в рублях, а в доступе: оборудование кафедры, время, чужая компетенция. Деньги указываем, только если действительно нужна закупка.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3931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нужно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Есть у нас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Где берём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Прибор, материал, деталь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 / нет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Кафедра, коллеги, закупка, замена на другое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Навык или компетенция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 / нет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 в команде учится, к кому идём спрашивать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Время и доступ в помещение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 / нет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Когда и где реально работаем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5263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9502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Правило: строка, где «где берём» осталась пустой, — это не пробел в таблице, а риск проекта. На практике 6 он поедет в реестр рисков под своим именем.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успеха — не то же, что цель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Цель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Критерий успеха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мы сделаем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 какому признаку комиссия признает, что сделано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Одна на проект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Три-четыре, каждый проверяется отдельно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Формулируется фразой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Формулируется как проверка «да / нет»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017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записи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3310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Прототип включается и показывает индикацию — да / нет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362102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Протокол измерений содержит не менее десяти циклов — да / нет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Отчёт сдан к 26.12 и содержит сравнение с контрольным методом — да / нет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4297680"/>
            <a:ext cx="8138160" cy="411480"/>
          </a:xfrm>
          <a:prstGeom prst="roundRect">
            <a:avLst>
              <a:gd name="adj" fmla="val 1111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3708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вырастают из буквы M. Если M написана хорошо, критерии выписываются за минуту.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БЛАНК · 15 МИНУТ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паспорт проекта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8138160" cy="1371600"/>
          </a:xfrm>
          <a:prstGeom prst="roundRect">
            <a:avLst>
              <a:gd name="adj" fmla="val 333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81328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работы: сначала перенесите готовое — разделы 3, 4, 10 с листов 1 и 2, разделы 2 и 8 по памяти. На это пять минут. Оставшиеся десять — только на четыре новых раздела: 5, 6, 7 и 9.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4762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9718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Пустая клетка — допустимый ответ. Клетка, заполненная наугад, хуже пустой: её никто не проверит, а решение по ней примут.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931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Раздел «стейкхолдеры» добавится 26.09 — паспорт сегодня не заканчивается.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ОБМЕН · 5 МИНУТ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Соседняя команда задаёт три вопроса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27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538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именно вы положите на стол двадцать первого ноября?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581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раздела 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40280"/>
            <a:ext cx="81381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3682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из написанного вы можете НЕ сделать, и проект всё равно состоится?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4963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раздела 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154680"/>
            <a:ext cx="81381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355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2826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у вас нет из раздела «ресурсы» и где вы это возьмёте?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4107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раздела 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114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Ответы записывает та команда, которую спрашивают, — прямо на своём бланке, на полях.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4380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26 СЕНТЯБРЯ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576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сделать за неделю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Дописать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371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по ответам соседней команды — в первую очередь разделы 5, 6 и 7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2402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Представление проекта: 3 минуты, стоя, по структуре со слайда 16 первой половины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08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Решить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31089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Меняете вы тему или нет. Это последняя неделя, когда такое решение ничего не стоит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3977640"/>
            <a:ext cx="8138160" cy="713232"/>
          </a:xfrm>
          <a:prstGeom prst="roundRect">
            <a:avLst>
              <a:gd name="adj" fmla="val 6410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148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26.09 к паспорту добавится раздел «стейкхолдеры» — и на этом фаза инициации закончится. Дальше планирование, а планируют только то, что зафиксировано.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2 — Паспорт проекта</dc:title>
  <dc:subject>PptxGenJS Presentation</dc:subject>
  <dc:creator>PptxGenJS</dc:creator>
  <cp:lastModifiedBy>PptxGenJS</cp:lastModifiedBy>
  <cp:revision>1</cp:revision>
  <dcterms:created xsi:type="dcterms:W3CDTF">2026-09-18T19:42:14Z</dcterms:created>
  <dcterms:modified xsi:type="dcterms:W3CDTF">2026-09-18T19:42:14Z</dcterms:modified>
</cp:coreProperties>
</file>