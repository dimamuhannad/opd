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Определений не даём. Сразу три описания и голосование.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не даём. «Запомните, как проголосовали — вернёмся через двадцать минут».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признак главный, в стандартных определениях его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кейс 4, который они почти наверняка отнесут к проектам.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по 3–4 собираются здесь же: «поверните стулья к соседям».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«Времени нет» — ощущение. Одиннадцать часов остатка —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подсказывайте цифру и не оценивайте чужую.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 из курса Lean LaunchPad, Стэнфорд, работает с 2011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фраза занятия. Произнести медленно.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Продиктовать и убедиться, что записали.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745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здесь неизвестно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сколько у тебя часов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сентября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ГОЛОСУЕМ · РУКИ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Еженедельная поверка вакуумметров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Разработка методики измерения толщины плёнки,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которой в лаборатории нет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Лабораторная работа по методичке,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которую до вас делали двести человек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или нет?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НЕДЕЛИ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признака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6276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179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Конечность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закончится и по какому событию?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6791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694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 результата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Делал ли кто-то ровно это ровно так?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" y="3730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210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Неизвестность результата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Знаете ли вы заранее, что получится?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5544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работы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делает её проектом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2004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дня обработки данных по готовому скрипту — это три дня работы. Замысел на две недели, где непонятно, выйдет ли, — проект.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 1 · 14 МИНУТ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корзины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706624"/>
                <a:gridCol w="2715768"/>
                <a:gridCol w="271576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Повторяющаяся работа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Работа по известной процедуре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Конец есть, результат новый, исход неизвестен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Конца нет, повторяется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Конец есть, но результат известен заранее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291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случаев на листе. Относите и пишите, какой признак решил дело.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ПОЛОВИНА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97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 в неделе. Столько же у всех.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383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 — 56. Дальше считаем вместе: расписание, дорога, быт, обязательное вне учёбы.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 2 · 18 МИНУТ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Назовите число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часов вы отдаёте проекту на этой неделе — и когда конкретно эти часы стоят в расписании.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часа — нормально. Один час — тоже, если это правда.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неделю сверим названное с тем, что вышло.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КАЖДУЮ НЕДЕЛЮ С ЗАНЯТИЯ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команды, 3 минуты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453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думали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402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2494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сделали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293522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443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узнали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5021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36301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6393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дальше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«что узнали» пустой у того, кто ничего не делал.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смотрю не на то,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вы назвали или мало.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смотрю, совпало ли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290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сказал «два часа» и сделал два — работает лучше того, кто сказал «десять» и сделал три.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ЗАНЯТИЮ 3 · 19 СЕНТЯБРЯ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дней вести учёт времени по листу 3. Грубо, по получасу, но честно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3774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замысла-кандидата, каждый проверен по трём признакам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33756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на три минуты: думали / сделали / узнали / дальше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за неделю ничего не вышло — так и скажите в докладе. Это нормальный пункт.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2 — Что здесь неизвестно и сколько у тебя часов</dc:title>
  <dc:subject>PptxGenJS Presentation</dc:subject>
  <dc:creator>PptxGenJS</dc:creator>
  <cp:lastModifiedBy>PptxGenJS</cp:lastModifiedBy>
  <cp:revision>1</cp:revision>
  <dcterms:created xsi:type="dcterms:W3CDTF">2026-09-11T19:59:44Z</dcterms:created>
  <dcterms:modified xsi:type="dcterms:W3CDTF">2026-09-11T19:59:44Z</dcterms:modified>
</cp:coreProperties>
</file>