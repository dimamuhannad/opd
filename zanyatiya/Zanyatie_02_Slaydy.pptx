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Определений не даём. Сразу три описания и голосование.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не даём. «Запомните, как проголосовали — вернёмся через двадцать минут».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Третий признак главный, в стандартных определениях его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ответ на кейс 4, который они почти наверняка отнесут к проектам.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Команды по 3–4 собираются здесь же: «поверните стулья к соседям».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«Времени нет» — ощущение. Одиннадцать часов остатка — данные.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подсказывайте цифру и не оценивайте чужую.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 из курса Lean LaunchPad, Стэнфорд, работает с 2011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фраза занятия. Произнести медленно.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Продиктовать и убедиться, что записали.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63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Занятие 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7452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здесь неизвестно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сколько у тебя часов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сентября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ГОЛОСУЕМ · РУКИ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или нет?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2651760"/>
          </a:xfrm>
          <a:prstGeom prst="roundRect">
            <a:avLst>
              <a:gd name="adj" fmla="val 1724"/>
            </a:avLst>
          </a:prstGeom>
          <a:solidFill>
            <a:srgbClr val="1E4270"/>
          </a:solidFill>
          <a:ln w="12700">
            <a:solidFill>
              <a:srgbClr val="1E42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74066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Еженедельная поверка вакуумметров</a:t>
            </a:r>
            <a:endParaRPr lang="en-US" sz="1800" dirty="0"/>
          </a:p>
          <a:p>
            <a:pPr indent="0" marL="0">
              <a:lnSpc>
                <a:spcPts val="2700"/>
              </a:lnSpc>
              <a:buNone/>
            </a:pPr>
            <a:endParaRPr lang="en-US" sz="18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Разработка методики измерения толщины плёнки,</a:t>
            </a:r>
            <a:endParaRPr lang="en-US" sz="18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которой в лаборатории пока нет</a:t>
            </a:r>
            <a:endParaRPr lang="en-US" sz="1800" dirty="0"/>
          </a:p>
          <a:p>
            <a:pPr indent="0" marL="0">
              <a:lnSpc>
                <a:spcPts val="2700"/>
              </a:lnSpc>
              <a:buNone/>
            </a:pPr>
            <a:endParaRPr lang="en-US" sz="18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Лабораторная работа по методичке,</a:t>
            </a:r>
            <a:endParaRPr lang="en-US" sz="18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которую до вас делали двести человек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1605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Голосуем поднятием руки после каждого. Ответ будет через двадцать минут.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 НЕДЕЛИ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признака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62763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1790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Конечность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8745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закончится и по какому событию?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4231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26791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6946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Уникальность результата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Делал ли кто-то ровно это ровно так?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4747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4088" y="373075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2102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Неизвестность результата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9776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Знаете ли вы заранее, что получится?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ТИПОВАЯ ОШИБКА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работы не делает её проектом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дня обработки данных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готовому скрипту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три дня работы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69164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Замысел на две недели,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непонятно, выйдет ли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3774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проект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200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 — не сложность и не количество часов, а знаете ли вы заранее, что получится.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1 · 14 МИНУТ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корзины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2706624"/>
                <a:gridCol w="2715768"/>
                <a:gridCol w="2715768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Проект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Повторяющаяся работа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7F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Работа по известной процедуре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7FA6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Конец есть, результат новый, исход неизвестен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Конца нет, повторяется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Конец есть, но результат известен заранее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291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Шесть случаев на листе. Относите и пишите, какой признак решил дело.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A8C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ПОЛОВИНА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8872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часов в неделе. Столько же у всех.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3832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Сон — 56. Дальше считаем вместе: расписание, дорога, быт, обязательное вне учёбы.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2 · 18 МИНУТ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Назовите число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часов вы отдаёте проекту на этой неделе — и когда конкретно эти часы стоят в расписании.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6032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часа — нормально. Один час — тоже, если это правда.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неделю сверим названное с тем, что вышло.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КАЖДУЮ НЕДЕЛЮ С ЗАНЯТИЯ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Доклад команды, 3 минуты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545336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мы думали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211226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24028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249424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мы сделали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280720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93522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9443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узнали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2920" y="350215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4088" y="363016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639312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 дальше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 «что узнали» пустой у того, кто ничего не делал.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37160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смотрю не на то,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 вы назвали или мало.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смотрю, совпало ли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4290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сказал «два часа» и сделал два — работает лучше того, кто сказал «десять» и сделал три.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ЗАНЯТИЮ 3 · 19 СЕНТЯБРЯ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Задание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6537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 дней вести учёт времени по листу 3. Грубо, по получасу, но честно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377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377440"/>
            <a:ext cx="6537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замысла-кандидата, каждый проверен по трём признакам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3375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3337560"/>
            <a:ext cx="6537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Доклад на три минуты: думали / сделали / узнали / дальше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за неделю ничего не вышло — так и скажите в докладе. Это нормальный пункт.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2 — Что здесь неизвестно и сколько у тебя часов</dc:title>
  <dc:subject>PptxGenJS Presentation</dc:subject>
  <dc:creator>PptxGenJS</dc:creator>
  <cp:lastModifiedBy>PptxGenJS</cp:lastModifiedBy>
  <cp:revision>1</cp:revision>
  <dcterms:created xsi:type="dcterms:W3CDTF">2026-09-11T20:35:41Z</dcterms:created>
  <dcterms:modified xsi:type="dcterms:W3CDTF">2026-09-11T20:35:41Z</dcterms:modified>
</cp:coreProperties>
</file>