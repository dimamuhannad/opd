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 сразу: определение проекта, признаки, треугольник — уже даны. Сегодня используем, не повторяем.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Один-два добровольца называют вслух свои два концепта, без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Проверка: если «для кого» можно заменить на кого угодно — предложение не написано.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пример преподавателя — озвучить как «вот моя идея», не выдавать за студенческую. Тот же пример вернётся дальше при разборе ЧИСТО.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Ходить между командами: на каждое «удобнее»/«лучше» спрашивать «насколько, в цифрах».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 равенстве решает капитан — это тоже опыт принятия решения в команде.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Порядок букв ЧИСТО не совпадает с порядком SMART — это нормально, важны все пять проверок, а не порядок.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новый инструмент — тот же треугольник и та же ресурсная граница, применённые к своей цели.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Число в букве И обязательно, даже условное. Ноль лучше не оставлять — приблизительное число можно уточнить позже, отсутствие числа нельзя проверить никогда.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сокращать. Единственный блок, дающий итоговый артефакт занятия.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минут на поиск, пять на устный разбор в паре.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Продиктовать и убедиться, что записали.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4173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ПРАКТИКА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7830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двух концептов к SMART-цели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8346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Инициация технологического стартапа и SMART-цели · Генерация идеи, формулировка цели по SMART, определение ценностного предложения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сентября 2026 · продолжение вводной лекции 05.09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 ОТ ДОМАШНЕГО ЗАДАНИЯ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вас уже есть два концепта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59352" cy="2468880"/>
          </a:xfrm>
          <a:prstGeom prst="roundRect">
            <a:avLst>
              <a:gd name="adj" fmla="val 1852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уже дано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 — технический проект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Б — социальный проект («Обучение служением»)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Критерии хорошей идеи: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 · реализуемость ·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измеримость · новизна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81728" y="1371600"/>
            <a:ext cx="3959352" cy="2468880"/>
          </a:xfrm>
          <a:prstGeom prst="roundRect">
            <a:avLst>
              <a:gd name="adj" fmla="val 1852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6048" y="1554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делаем сегодня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56048" y="192024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Ценностное предложение для обоих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Выбор одного по 4 критериям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SMART-цель для выбранного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Проверка соседней командой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ИНСТРУМЕНТ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Ценностное предложение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72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399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3990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конкретно столкнётся с результатом — не «студенты», а «первокурсники перед первой сессией»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075688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2148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продукт, инструмент или изменение мы создаём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825496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124712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выгоду даёт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28986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станет лучше и насколько это измеримо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575304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721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364845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отличие от чего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64845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решается сейчас без вас — и почему это хуже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ОТ ПРЕПОДАВАТЕЛЯ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Слоган — это ещё не предложение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А: умный горшок для растений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8132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«Сделать умный горшок для растений»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8288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слова. Кто именно, что за горшок, какая выгода, по сравнению с чем — не сказано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286000"/>
            <a:ext cx="8138160" cy="1417320"/>
          </a:xfrm>
          <a:prstGeom prst="roundRect">
            <a:avLst>
              <a:gd name="adj" fmla="val 3226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50592"/>
            <a:ext cx="7589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«Для людей без опыта ухода за растениями, которые поливают на глаз и часто заливают или пересушивают землю, мы делаем горшок со встроенным датчиком влажности и световым индикатором — что снижает случаи гибели растений от неправильного полива — в отличие от полива на глаз, где ошибка видна только тогда, когда растение уже завяло»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886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Проверка простая: если предложение годится для чужого проекта без изменений — оно ничего не говорит про ваш.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1 · 15 МИНУТ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Заполните формулу для ОБОИХ концептов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 и Вектор Б — оба, не один. Следующий шаг — выбор, и выбирать не из чего, если заполнен только один.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8138160" cy="1645920"/>
          </a:xfrm>
          <a:prstGeom prst="roundRect">
            <a:avLst>
              <a:gd name="adj" fmla="val 2778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Для кого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делаем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Выгода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отличие от чего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15–45 МИН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Выберите один по критериям слайда 10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874520"/>
                <a:gridCol w="18745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Критерий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Вектор 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Вектор 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Актуальность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Реализуемость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Измеримость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Новизна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749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баллов — выбранный вектор. Проигравший не выбрасывается: попадёт в паспорт проекта как альтернатива.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СВОЙ СПОСОБ ЗАПОМНИТЬ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05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должна быть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ЧИСТО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6060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По-английски то же самое называется SMART — оба термина нужно знать: SMART встретится в заявках на гранты и в резюме, ЧИСТО — чтобы не забыть последовательность под давлением времени на паре.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ИНСТРУМЕНТ, НЕ ПОВТОР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ЧИСТО — та же проверка, что и раньше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212080"/>
                <a:gridCol w="10972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ЧИСТО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Значит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 SMART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 — Чёткая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Образ результата, а не процесс (слайд 6: целевая направленность)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 — Измеримая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Проверяется числом, а не словом «хорошо»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 — Со сроком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Конкретная дата — 21.11 чекпоинт или 26.12 защита (слайд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 — Толковая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Решает проблему из ценностного предложения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 — Осуществимая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Ресурсный лимит: реально силами 3–4 человек (слайд 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НА ДОСКЕ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числа не ЧИСТО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Продолжаем пример: умный горшок для растений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11880"/>
                <a:gridCol w="36118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Буква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Наивно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Дописано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«Сделать умный горшок»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Датчик влажности почвы + световой индикатор «сухо/норма/перелив»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«Чтобы удобно было»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Точность ±10% от контрольного измерения, проверено на 10 циклах полива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 / О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 проверяются вовсе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Решает проблему полива на глаз; 3–4 человека, типовые компоненты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«В течение семестра»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Прототип — к 21.11, 3 недели теста и отчёт — к 26.12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794760"/>
            <a:ext cx="8138160" cy="685800"/>
          </a:xfrm>
          <a:prstGeom prst="roundRect">
            <a:avLst>
              <a:gd name="adj" fmla="val 6667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9136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26.12 — прототип умного горшка с датчиком влажности и индикатором полива, проверенный 3 недели на живом растении, точность ±10% — прототип к 21.11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2 · 20 МИНУТ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Разверните SMART-цель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буква — отдельная строка, конкретно. Не общей фразой на весь акроним.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8138160" cy="2011680"/>
          </a:xfrm>
          <a:prstGeom prst="roundRect">
            <a:avLst>
              <a:gd name="adj" fmla="val 2273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 блока — одна фраза с датой: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 [дата] мы получим [измеримый результат], проверяемый [способ проверки]»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1605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Цель без даты или «в конце семестра» — не Time-bound. Требуйте число.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75–85 МИН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Соседняя команда ищет слабое место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1554480"/>
          </a:xfrm>
          <a:prstGeom prst="roundRect">
            <a:avLst>
              <a:gd name="adj" fmla="val 2941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Обменяйтесь листом 2. Найдите ОДНУ букву ЧИСТО, которая на самом деле не выполнена, и напишите почему.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2461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Найти слабое место в чужой цели — услуга, а не критика. В следующий раз то же самое сделают с вашей.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ПРАКТИКЕ 2 · 19 СЕНТЯБРЯ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проекта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Финальную SMART-цель с учётом правок соседней команды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28600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Чистовик ценностного предложения выбранного концепта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154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Подумать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315468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ещё входит в команду проекта, кроме вашей четвёрки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— тот самый документ из лекции 05.09 про гранты РНФ и «УМНИК». Сегодняшние два листа — его первая половина.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Практика 1 — От двух концептов к SMART-цели</dc:title>
  <dc:subject>PptxGenJS Presentation</dc:subject>
  <dc:creator>PptxGenJS</dc:creator>
  <cp:lastModifiedBy>PptxGenJS</cp:lastModifiedBy>
  <cp:revision>1</cp:revision>
  <dcterms:created xsi:type="dcterms:W3CDTF">2026-09-12T05:53:42Z</dcterms:created>
  <dcterms:modified xsi:type="dcterms:W3CDTF">2026-09-12T05:53:42Z</dcterms:modified>
</cp:coreProperties>
</file>