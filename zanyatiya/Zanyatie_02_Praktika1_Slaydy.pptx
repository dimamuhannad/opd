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Сказать сразу: определение проекта, признаки, треугольник — уже даны. Сегодня используем, не повторяем.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Один-два добровольца называют вслух свои два концепта, без оценки.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намеренно пустая. Порядок: «для кого» и «в отличие от чего» первыми — задают рамку; «что делаем» и «выгода» последними. Записывать ровно то, что говорит зал, и править на глазах. Тот же пример вернётся при разборе SMART.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Правый столбец пустой намеренно. На каждую строку — вопрос в зал. Число в букве M обязательно, даже приблизительное.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Показывать только ПОСЛЕ разбора на доске — это сверка, а не подсказка.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сокращать. Единственный блок, дающий итоговый артефакт занятия.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минут на поиск, пять на устный разбор в паре.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Продиктовать и убедиться, что записали.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ПРАКТИКА 1</dc:title>
  <dc:subject>PptxGenJS Presentation</dc:subject>
  <dc:creator>Created by Marp</dc:creator>
  <cp:lastModifiedBy>Created by Marp</cp:lastModifiedBy>
  <cp:revision>1</cp:revision>
  <dcterms:created xsi:type="dcterms:W3CDTF">2026-09-19T07:45:42Z</dcterms:created>
  <dcterms:modified xsi:type="dcterms:W3CDTF">2026-09-19T07:45:42Z</dcterms:modified>
</cp:coreProperties>
</file>