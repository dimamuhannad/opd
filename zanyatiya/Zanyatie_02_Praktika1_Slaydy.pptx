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Сказать сразу: определение проекта, признаки, треугольник — уже даны. Сегодня используем, не повторяем.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Один-два добровольца называют вслух свои два концепта, без оценки.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Проверка: если «для кого» можно заменить на кого угодно — предложение не написано.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пример — для 2 курса заменить на лабораторный/грантовый контекст.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Ходить между командами: на каждое «удобнее»/«лучше» спрашивать «насколько, в цифрах».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 равенстве решает капитан — это тоже опыт принятия решения в команде.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новый инструмент — тот же треугольник, применённый к своей цели.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Число в M обязательно, даже условное. Ноль лучше не оставлять — приблизительное число можно уточнить позже, отсутствие числа нельзя проверить никогда.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сокращать. Единственный блок, дающий итоговый артефакт занятия.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минут на поиск, пять на устный разбор в паре.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Продиктовать и убедиться, что записали.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2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4173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ПРАКТИКА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7830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двух концептов к SMART-цели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8346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Инициация технологического стартапа и SMART-цели · Генерация идеи, формулировка цели по SMART, определение ценностного предложения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343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сентября 2026 · продолжение вводной лекции 05.09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СТАРТ ОТ ДОМАШНЕГО ЗАДАНИЯ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вас уже есть два концепта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59352" cy="2468880"/>
          </a:xfrm>
          <a:prstGeom prst="roundRect">
            <a:avLst>
              <a:gd name="adj" fmla="val 1852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уже дано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А — технический проект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Б — социальный проект («Обучение служением»)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Критерии хорошей идеи: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актуальность · реализуемость ·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измеримость · новизна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81728" y="1371600"/>
            <a:ext cx="3959352" cy="2468880"/>
          </a:xfrm>
          <a:prstGeom prst="roundRect">
            <a:avLst>
              <a:gd name="adj" fmla="val 1852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56048" y="15544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делаем сегодня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56048" y="1920240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Ценностное предложение для обоих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Выбор одного по 4 критериям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SMART-цель для выбранного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Проверка соседней командой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ИНСТРУМЕНТ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Ценностное предложение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621792"/>
          </a:xfrm>
          <a:prstGeom prst="roundRect">
            <a:avLst>
              <a:gd name="adj" fmla="val 735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72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3990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3990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конкретно столкнётся с результатом — не «студенты», а «первокурсники перед первой сессией»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075688"/>
            <a:ext cx="8138160" cy="621792"/>
          </a:xfrm>
          <a:prstGeom prst="roundRect">
            <a:avLst>
              <a:gd name="adj" fmla="val 735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2148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делаем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Какой продукт, инструмент или изменение мы создаём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825496"/>
            <a:ext cx="8138160" cy="621792"/>
          </a:xfrm>
          <a:prstGeom prst="roundRect">
            <a:avLst>
              <a:gd name="adj" fmla="val 735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124712" y="2898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выгоду даёт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28986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станет лучше и насколько это измеримо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575304"/>
            <a:ext cx="8138160" cy="621792"/>
          </a:xfrm>
          <a:prstGeom prst="roundRect">
            <a:avLst>
              <a:gd name="adj" fmla="val 735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721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364845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отличие от чего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64845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решается сейчас без вас — и почему это хуже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НА ДОСКЕ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Слоган — это ещё не предложение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868680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1732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«Сделаем сессию удобнее для первокурсников»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830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слова. Кто именно, насколько удобнее, по сравнению с чем — не сказано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286000"/>
            <a:ext cx="8138160" cy="1234440"/>
          </a:xfrm>
          <a:prstGeom prst="roundRect">
            <a:avLst>
              <a:gd name="adj" fmla="val 3704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450592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«Для команд 1 курса без опыта планирования мы делаем чек-лист подготовки к сессии, который сокращает время на организацию с трёх часов до тридцати минут — в отличие от разрозненных советов в чатах, которые никто не сверяет»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9476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Проверка простая: если предложение годится для чужого проекта без изменений — оно ничего не говорит про ваш.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ЛИСТ 1 · 15 МИНУТ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Заполните формулу для ОБОИХ концептов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А и Вектор Б — оба, не один. Следующий шаг — выбор, и выбирать не из чего, если заполнен только один.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8138160" cy="1645920"/>
          </a:xfrm>
          <a:prstGeom prst="roundRect">
            <a:avLst>
              <a:gd name="adj" fmla="val 2778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Для кого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делаем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Выгода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отличие от чего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15–45 МИН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Выберите один по критериям слайда 10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874520"/>
                <a:gridCol w="18745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Критерий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Вектор 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Вектор 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Актуальность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Реализуемость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Измеримость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Новизна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7490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баллов — выбранный вектор. Проигравший не выбрасывается: попадёт в паспорт проекта как альтернатива.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ИНСТРУМЕНТ, НЕ ПОВТОР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— та же цена, что и раньше</a:t>
            </a:r>
            <a:endParaRPr lang="en-US" sz="2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Буква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Проверяется через уже известное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· Specific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Целевая направленность (слайд 6): чёткий, верифицируемый результат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· Measurable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То же — измерить и проверить объективно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· Achievable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Ресурсный лимит: реально силами 3–4 человек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 · Relevant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Связь с ценностным предложением, написанным выше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· Time-bound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Треугольник (слайд 7): дата — 21.11 чекпоинт или 26.12 защита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НА ДОСКЕ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без числа — не SMART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11880"/>
                <a:gridCol w="361188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Буква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Наивно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Дописано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«Сделать систему контроля влажности»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Датчик в теплице, показания — в Telegram ответственному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«Чтобы работало хорошо»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Раз в час; точность ±5% от контрольного измерения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/ 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 проверяются вовсе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3–4 человека, доступное оборудование; закрывает названную проблему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«В течение семестра»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Прототип — к 21.11, итог и отчёт — к 26.12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703320"/>
            <a:ext cx="8138160" cy="685800"/>
          </a:xfrm>
          <a:prstGeom prst="roundRect">
            <a:avLst>
              <a:gd name="adj" fmla="val 6667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38221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26.12 — датчик влажности почвы с оповещением в Telegram, без сбоев 14 дней подряд, точность ±5% — прототип к 21.11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ЛИСТ 2 · 20 МИНУТ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Разверните SMART-цель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буква — отдельная строка, конкретно. Не общей фразой на весь акроним.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8138160" cy="2011680"/>
          </a:xfrm>
          <a:prstGeom prst="roundRect">
            <a:avLst>
              <a:gd name="adj" fmla="val 2273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 блока — одна фраза с датой: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«К [дата] мы получим [измеримый результат], проверяемый [способ проверки]»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1605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Цель без даты или «в конце семестра» — не Time-bound. Требуйте число.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75–85 МИН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Соседняя команда ищет слабое место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1554480"/>
          </a:xfrm>
          <a:prstGeom prst="roundRect">
            <a:avLst>
              <a:gd name="adj" fmla="val 2941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Обменяйтесь листом 2. Найдите ОДНУ букву SMART, которая на самом деле не выполнена, и напишите почему.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2461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Найти слабое место в чужой цели — услуга, а не критика. В следующий раз то же самое сделают с вашей.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ПРАКТИКЕ 2 · 19 СЕНТЯБРЯ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проекта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Принести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Финальную SMART-цель с учётом правок соседней команды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Принести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28600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Чистовик ценностного предложения выбранного концепта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1546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Подумать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315468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ещё входит в команду проекта, кроме вашей четвёрки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— тот самый документ из лекции 05.09 про гранты РНФ и «УМНИК». Сегодняшние два листа — его первая половина.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Практика 1 — От двух концептов к SMART-цели</dc:title>
  <dc:subject>PptxGenJS Presentation</dc:subject>
  <dc:creator>PptxGenJS</dc:creator>
  <cp:lastModifiedBy>PptxGenJS</cp:lastModifiedBy>
  <cp:revision>1</cp:revision>
  <dcterms:created xsi:type="dcterms:W3CDTF">2026-09-12T05:13:04Z</dcterms:created>
  <dcterms:modified xsi:type="dcterms:W3CDTF">2026-09-12T05:13:04Z</dcterms:modified>
</cp:coreProperties>
</file>