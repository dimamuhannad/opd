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Сказать сразу: определение проекта, признаки, треугольник — уже даны. Сегодня используем, не повторяем.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Один-два добровольца называют вслух свои два концепта, без оценки.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Проверка: если «для кого» можно заменить на кого угодно — предложение не написано.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Таблица намеренно пустая. Порядок заполнения: «для кого» и «в отличие от чего» первыми — они задают рамку; «что делаем» и «выгода» дописываются последними. Записывать на доску ровно то, что говорит зал, включая слабые формулировки, и править их на глазах. Тот же пример вернётся при разборе ЧИСТО.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Ходить между командами: на каждое «удобнее»/«лучше» спрашивать «насколько, в цифрах».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 равенстве решает капитан — это тоже опыт принятия решения в команде.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Порядок букв ЧИСТО не совпадает с порядком SMART — это нормально, важны все пять проверок, а не порядок.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не новый инструмент — тот же треугольник и та же ресурсная граница, применённые к своей цели.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Правый столбец пустой намеренно. На каждую строку — вопрос в зал: «что именно должно получиться», «в каких единицах меряем», «к какому числу». Число в букве И обязательно, даже приблизительное: приблизительное уточним позже, отсутствие числа не проверить никогда.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сокращать. Единственный блок, дающий итоговый артефакт занятия.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Пять минут на поиск, пять на устный разбор в паре.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Продиктовать и убедиться, что записали.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427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41732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B9CB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ПРАКТИКА 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78308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 двух концептов к SMART-цели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83464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DCE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Инициация технологического стартапа и SMART-цели · Генерация идеи, формулировка цели по SMART, определение ценностного предложения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34340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CB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сентября 2026 · продолжение вводной лекции 05.09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СТАРТ ОТ ДОМАШНЕГО ЗАДАНИЯ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657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вас уже есть два концепта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59352" cy="2468880"/>
          </a:xfrm>
          <a:prstGeom prst="roundRect">
            <a:avLst>
              <a:gd name="adj" fmla="val 1852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уже дано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20240"/>
            <a:ext cx="3520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Вектор А — технический проект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Вектор Б — социальный проект («Обучение служением»)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Критерии хорошей идеи: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актуальность · реализуемость ·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измеримость · новизна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81728" y="1371600"/>
            <a:ext cx="3959352" cy="2468880"/>
          </a:xfrm>
          <a:prstGeom prst="roundRect">
            <a:avLst>
              <a:gd name="adj" fmla="val 1852"/>
            </a:avLst>
          </a:prstGeom>
          <a:solidFill>
            <a:srgbClr val="1E4270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56048" y="155448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делаем сегодня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56048" y="1920240"/>
            <a:ext cx="3520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DCE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Ценностное предложение для обоих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DCE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Выбор одного по 4 критериям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DCE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SMART-цель для выбранного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DCE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Проверка соседней командой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НОВЫЙ ИНСТРУМЕНТ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657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Ценностное предложение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8138160" cy="621792"/>
          </a:xfrm>
          <a:prstGeom prst="roundRect">
            <a:avLst>
              <a:gd name="adj" fmla="val 7353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4721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124712" y="13990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кого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139903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 конкретно столкнётся с результатом — узкая группа, а не «все студенты»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" y="2075688"/>
            <a:ext cx="8138160" cy="621792"/>
          </a:xfrm>
          <a:prstGeom prst="roundRect">
            <a:avLst>
              <a:gd name="adj" fmla="val 7353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22219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124712" y="2148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делаем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148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Какой продукт, инструмент или изменение мы создаём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825496"/>
            <a:ext cx="8138160" cy="621792"/>
          </a:xfrm>
          <a:prstGeom prst="roundRect">
            <a:avLst>
              <a:gd name="adj" fmla="val 7353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2971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124712" y="28986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Какую выгоду даёт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566160" y="289864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станет лучше и насколько это измеримо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3575304"/>
            <a:ext cx="8138160" cy="621792"/>
          </a:xfrm>
          <a:prstGeom prst="roundRect">
            <a:avLst>
              <a:gd name="adj" fmla="val 7353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37216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124712" y="364845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отличие от чего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364845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решается сейчас без вас — и почему это хуже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ПРИМЕР ОТ ПРЕПОДАВАТЕЛЯ · ЗАПОЛНЯЕМ ВМЕСТЕ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8404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Слоган — это ещё не предложение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14400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Вектор А: умный горшок для растений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234440"/>
            <a:ext cx="8138160" cy="749808"/>
          </a:xfrm>
          <a:prstGeom prst="roundRect">
            <a:avLst>
              <a:gd name="adj" fmla="val 6098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353312"/>
            <a:ext cx="7589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«Сделать умный горшок для растений»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1682496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Общие слова. Кто именно, что за горшок, какая выгода, по сравнению с чем — не сказано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103120"/>
          <a:ext cx="81381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7607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Строка формулы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Пишем на доске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Для кого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Что делаем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Какую выгоду даёт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 отличие от чего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02920" y="41605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Заполняем строку за строкой — вопросом в зал, а не готовым ответом.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ЛИСТ 1 · 15 МИНУТ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657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Заполните формулу для ОБОИХ концептов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7160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Вектор А и Вектор Б — оба, не один. Следующий шаг — выбор, и выбирать не из чего, если заполнен только один.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02920" y="2103120"/>
            <a:ext cx="8138160" cy="1645920"/>
          </a:xfrm>
          <a:prstGeom prst="roundRect">
            <a:avLst>
              <a:gd name="adj" fmla="val 2778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86000"/>
          <a:ext cx="77724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Для кого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Что делаем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Выгода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 отличие от чего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15–45 МИН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657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Выберите один по критериям слайда 10</a:t>
            </a:r>
            <a:endParaRPr lang="en-US" sz="27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8138160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1874520"/>
                <a:gridCol w="187452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Критерий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Вектор 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Вектор Б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Актуальность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Реализуемость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Измеримость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Новизна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37490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Больше баллов — выбранный вектор. Проигравший не выбрасывается: попадёт в паспорт проекта как альтернатива.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427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B9CB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СВОЙ СПОСОБ ЗАПОМНИТЬ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0058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CE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должна быть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41732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ЧИСТО</a:t>
            </a:r>
            <a:endParaRPr lang="en-US" sz="64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60604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9CB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По-английски то же самое называется SMART — оба термина нужно знать: SMART встретится в заявках на гранты и в резюме, ЧИСТО — чтобы не забыть последовательность под давлением времени на паре.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ИНСТРУМЕНТ, НЕ ПОВТОР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657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ЧИСТО — та же проверка, что и раньше</a:t>
            </a:r>
            <a:endParaRPr lang="en-US" sz="2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81381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5212080"/>
                <a:gridCol w="109728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ЧИСТО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Значит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= SMART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 — Чёткая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Образ результата, а не процесс (слайд 6: целевая направленность)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 — Измеримая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Проверяется числом, а не словом «хорошо»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 — Со сроком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Конкретная дата — 21.11 чекпоинт или 26.12 защита (слайд 7)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Т — Толковая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Решает проблему из ценностного предложения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 — Осуществимая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Ресурсный лимит: реально силами 3–4 человек (слайд 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РАЗБОР НА ДОСКЕ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8404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 числа не ЧИСТО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1440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Тот же пример: умный горшок для растений — правый столбец дописываем вместе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81381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200400"/>
                <a:gridCol w="40233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Буква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Как звучит наивно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Дописываем на доске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27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«Сделать умный горшок»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«Чтобы удобно было»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Т / О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не проверяются вовсе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«В течение семестра»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3794760"/>
            <a:ext cx="8138160" cy="731520"/>
          </a:xfrm>
          <a:prstGeom prst="roundRect">
            <a:avLst>
              <a:gd name="adj" fmla="val 6250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397764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Итоговая фраза — собираем из строк справа: «К [дата] мы получим [измеримый результат], проверяемый [способ проверки]»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ЛИСТ 2 · 20 МИНУТ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657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Разверните SMART-цель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716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Каждая буква — отдельная строка, конкретно. Не общей фразой на весь акроним.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1920240"/>
            <a:ext cx="8138160" cy="2011680"/>
          </a:xfrm>
          <a:prstGeom prst="roundRect">
            <a:avLst>
              <a:gd name="adj" fmla="val 2273"/>
            </a:avLst>
          </a:prstGeom>
          <a:solidFill>
            <a:srgbClr val="1E4270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94560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Итог блока — одна фраза с датой: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«К [дата] мы получим [измеримый результат], проверяемый [способ проверки]»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41605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Цель без даты или «в конце семестра» — не Time-bound. Требуйте число.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75–85 МИН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657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Соседняя команда ищет слабое место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8138160" cy="1554480"/>
          </a:xfrm>
          <a:prstGeom prst="roundRect">
            <a:avLst>
              <a:gd name="adj" fmla="val 2941"/>
            </a:avLst>
          </a:prstGeom>
          <a:solidFill>
            <a:srgbClr val="F5F7FA"/>
          </a:solidFill>
          <a:ln w="9525">
            <a:solidFill>
              <a:srgbClr val="D8DE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7589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Обменяйтесь листом 2. Найдите ОДНУ букву ЧИСТО, которая на самом деле не выполнена, и напишите почему.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2461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Найти слабое место в чужой цели — услуга, а не критика. В следующий раз то же самое сделают с вашей.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82880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 ПРАКТИКЕ 2 · 19 СЕНТЯБРЯ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3657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5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Паспорт проекта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4173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Принести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417320"/>
            <a:ext cx="6537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Финальную SMART-цель с учётом правок соседней команды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2286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Принести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2103120" y="2286000"/>
            <a:ext cx="6537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Чистовик ценностного предложения выбранного концепта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31546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E42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Подумать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103120" y="3154680"/>
            <a:ext cx="6537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 ещё входит в команду проекта, кроме вашей четвёрки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1148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Паспорт — тот самый документ из лекции 05.09 про гранты РНФ и «УМНИК». Сегодняшние два листа — его первая половина.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Практика 1 — От двух концептов к SMART-цели</dc:title>
  <dc:subject>PptxGenJS Presentation</dc:subject>
  <dc:creator>PptxGenJS</dc:creator>
  <cp:lastModifiedBy>PptxGenJS</cp:lastModifiedBy>
  <cp:revision>1</cp:revision>
  <dcterms:created xsi:type="dcterms:W3CDTF">2026-09-12T07:10:20Z</dcterms:created>
  <dcterms:modified xsi:type="dcterms:W3CDTF">2026-09-12T07:10:20Z</dcterms:modified>
</cp:coreProperties>
</file>