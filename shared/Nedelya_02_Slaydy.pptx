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Обе группы. Скажите сразу: определение проекта вы уже слышали — первый курс неделю назад, второй год назад. Сегодня мы его не повторяем, а применяем на спорных случаях.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Держите таймер на виду. Последние 20 минут не сокращаются ни при каких обстоятельствах.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задерживайтесь: это повтор. Спросите, кто помнит определение, и идите дальше.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Признаки работают только вместе. Провал любого одного — уже не проект.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Разовая задача: конечна, даёт результат, но выполняется по известной методике и не требует управления.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Большинство проголосует за «проект», потому что работа объёмная. Дайте им ошибиться — спор важнее правильного ответа.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критерий — новизна и управляемость, а не количество часов.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проголосуют за «задачу»: «это же не наука». Ошибка обратная предыдущей.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Свяжите с их замыслами: прикладная новизна засчитывается.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уверенно выдаёт формулировки вида «исследование свойств графена» — звучит солидно, проваливает конечность и проверяемость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главный результат занятия. Не сокращать. Ходите между командами — половина зависнет на признаке новизны.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Произнесите это вслух до начала работы с листом 2, иначе команды будут подгонять ответы под «проект».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Продиктуйте и убедитесь, что записали. Без этого задания следующее занятие не работает.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A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A8C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ГУАП · Институт ФПТИ · Кафедра №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78308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или не проект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7432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Основы проектной деятельности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343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сентября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ПАРЫ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минут, шесть тактов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06424" y="1444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80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это всё: что сдаём в декабре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5623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06424" y="19751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9110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признака и три корзины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386584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" y="25054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4414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Сортировка кейсов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91693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" y="3035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9718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спорных случаев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44728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" y="3566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50215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своего замысла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9776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" y="40965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03250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Вердикты и задание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5A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A8C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34440"/>
            <a:ext cx="8138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— временное предприятие,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направленное на создание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уникального результата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4290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Ключевых слов ровно два: временное и уникальное. Всё постоянное и повторяемое проектом не является — какой бы сложной работа ни была.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ЧЕК-ЛИСТ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признака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59352" cy="1298448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4538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1508760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направленность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929384"/>
            <a:ext cx="3630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проверяемый образ результата, а не «заниматься темой»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81728" y="1325880"/>
            <a:ext cx="3959352" cy="1298448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4538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248656" y="1508760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Временные ограничения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29384"/>
            <a:ext cx="3630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Зафиксированы даты начала и конца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807208"/>
            <a:ext cx="3959352" cy="1298448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29352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299008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Ресурсный лимит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410712"/>
            <a:ext cx="3630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Известны оборудование, бюджет, фонд времени команды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81728" y="2807208"/>
            <a:ext cx="3959352" cy="1298448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9352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248656" y="299008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Уникальность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410712"/>
            <a:ext cx="3630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научно-техническая или прикладная новизна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РАЗЛИЧЕНИЕ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корзины, а не две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201168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Проект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Процесс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Разовая задача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Конечность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Уникальность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Нужно управление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Да, командное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Регламент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Нет, в одиночку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840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Первокурснику уже говорили про проект и процесс. Новое здесь — третья корзина: разовая задача. Именно её чаще всего принимают за проект.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5A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A8C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№ 6 · ГОЛОСУЕМ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7160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массива данных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детектора по готовому скрипту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474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  ·   Процесс   ·   Разовая задача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№ 6 · ОТВЕТ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Разовая задача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377440"/>
            <a:ext cx="7626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Методика известна, новизны нет, управлять нечем. Объём работы к делу не относится: трудоёмкость не является признаком проекта.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5A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A8C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№ 7 · ГОЛОСУЕМ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7160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методики контроля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толщины плёнок, которой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лаборатории нет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474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  ·   Процесс   ·   Разовая задача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№ 7 · ОТВЕТ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0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377440"/>
            <a:ext cx="7626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Новизна бывает не только научной. Методики нет — значит, результат уникален для этой лаборатории. Плюс срок, ресурсы и проверяемый итог.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· 5 МИНУТ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Проверьте машину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Попросите любой ИИ-ассистент привести три примера проектов в наноиндустрии. Проверьте каждый ответ по четырём признакам и найдите тот, который признакам не удовлетворяет.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788920"/>
            <a:ext cx="7626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модели — это черновик, который вы обязаны проверить по критерию. Не готовый результат.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Индикаторы УК-1.У.1 и УК-1.У.3 — обязательно для 2 курса, по желанию для 1 курса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ЛИСТ 2 · 20 МИНУТ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Теперь свой замысел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конкретно будет предъявлено в декабре?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4081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направленность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2140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готово к середине семестра, что — к защите?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1579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Временные ограничения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87121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Какое оборудование нужно? Есть ли доступ?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9077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Ресурсный лимит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62102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чём новизна: объект, методика или условия?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6576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Уникальность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Вердикт: проект · не проект · проект после доработки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5A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1732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 проект» —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успех занятия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2004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Замысел дешевле поменять сегодня, чем в ноябре. За честный вердикт оценка не снижается.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СЛЕДУЮЩЕЙ НЕДЕЛЕ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5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Домашнее задание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 группы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Письменно ответить на три вопроса: чья это проблема · откуда вы знаете, что она есть · что люди делают сейчас без вашего решения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724912"/>
            <a:ext cx="7626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Дополнительно для 2 курса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два близких проекта в базах РНФ и «УМНИК»: срок, результат, финансирование и строка о том, чем ваш замысел отличается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— «Проблема, а не идея»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Неделя 2 — Проект или не проект</dc:title>
  <dc:subject>PptxGenJS Presentation</dc:subject>
  <dc:creator>Попов Д. А.</dc:creator>
  <cp:lastModifiedBy>Попов Д. А.</cp:lastModifiedBy>
  <cp:revision>1</cp:revision>
  <dcterms:created xsi:type="dcterms:W3CDTF">2026-09-11T18:47:46Z</dcterms:created>
  <dcterms:modified xsi:type="dcterms:W3CDTF">2026-09-11T18:47:46Z</dcterms:modified>
</cp:coreProperties>
</file>